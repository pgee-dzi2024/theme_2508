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17" autoAdjust="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7AC966-8BEE-4CAC-9D5B-6621CFB65C26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C9E35-DB9A-436C-8DE0-D3E82DBFC18A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6252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dirty="0" smtClean="0"/>
              <a:t>Проектът цели изграждането на надеждна сървърна среда за деплой на уеб приложение. Основната мотивация е необходимостта от практическо овладяване на съвременни технологии и методи, които да осигурят стабилност, сигурност и лесна поддръжка при работа с уеб приложения и техните сървъри.</a:t>
            </a:r>
            <a:br>
              <a:rPr lang="bg-BG" dirty="0" smtClean="0"/>
            </a:br>
            <a:endParaRPr lang="bg-BG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C9E35-DB9A-436C-8DE0-D3E82DBFC18A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92968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dirty="0" smtClean="0"/>
              <a:t>Във встъпителната теория се разглежда развитието на интернет и уеб технологиите — от първите уеб сървъри и статични страници до съвременните динамични уеб приложения. Тук се подчертава ролята на операционните системи и софтуерните решения с отворен код, които помагат за тяхното усъвършенстване и масово приложение.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C9E35-DB9A-436C-8DE0-D3E82DBFC18A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4134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dirty="0" smtClean="0"/>
              <a:t>Ubuntu Server е избран поради своята стабилност, лесна интеграция, добра документация и широка общност. Тази ОС осигурява визия за надеждна и поддържана сървърна платформа, върху която могат да се изпълняват уеб сървъри и бази данни, оптимизирана е за работа през команден ред и поддържа автентичност и сигурност.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C9E35-DB9A-436C-8DE0-D3E82DBFC18A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76836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dirty="0" smtClean="0"/>
              <a:t>Nginx играе ролята на обратен прокси и уеб сървър, който обслужва заявки ефективно и с минимално натоварване на сървъра. Gunicorn е WSGI сървър, който осигурява интерфейс между Python уеб приложението (Django) и уеб сървъра. Този двоен модел подобрява производителността, позволява асинхронна обработка и гъвкавост при настройките за натоварване.</a:t>
            </a:r>
          </a:p>
          <a:p>
            <a:endParaRPr lang="bg-BG" sz="1200" dirty="0" smtClean="0"/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C9E35-DB9A-436C-8DE0-D3E82DBFC18A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53242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dirty="0" smtClean="0"/>
              <a:t>Python е избран като език със своята ясна синтактична структура и мощни библиотеки. Django е рамка, поддържаща MVC архитектура, която осигурява отделяне на логиката, дизайна и данните. Това прави приложението по-лесно за разработка, поддръжка и разширяване, като същевременно осигурява набор от вградени функционалности като аутентификация, админ панел и ORM.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C9E35-DB9A-436C-8DE0-D3E82DBFC18A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68159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dirty="0" smtClean="0"/>
              <a:t>MySQL предоставя структурирана и надеждна база за съхранение и извличане на данни, необходима за функционирането на приложението. PhpMyAdmin е графичен уеб интерфейс, който улеснява администрирането на базата данни, позволява лесно управление на таблици, потребители и резервни копия, което е важно за практическото управление на сървърната среда.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C9E35-DB9A-436C-8DE0-D3E82DBFC18A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36019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dirty="0" smtClean="0"/>
              <a:t>Подробно се описва процесът от инсталиране на Ubuntu Server, през настройка на Nginx като прокси сървър, инсталиране и конфигуриране на Gunicorn за стартиране на Django приложението, до създаване на базата данни и настройка на phpMyAdmin. Също така е разгледано създаването на виртуална Python среда и прехвърлянето на проектните файлове чрез FTP, като се обръща внимание на правилното конфигуриране на права и сигурност.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C9E35-DB9A-436C-8DE0-D3E82DBFC18A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55949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bg-BG" dirty="0" smtClean="0"/>
              <a:t>Реализираният проект демонстрира успешно изграждане на стабилна и сигурна сървърна инфраструктура, която позволява гладко и ефективно функциониране на уеб приложения. Подчертава се значението на съобразяване с добрите практики, правилната настройка и интеграция на различните компоненти за постигане на оптимални резултати в реална работна среда.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3C9E35-DB9A-436C-8DE0-D3E82DBFC18A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19333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6535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6695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82109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57105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7902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79892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12755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81839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410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591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98155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3848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20497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61727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74300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797554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1580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1F235-42AF-49D3-AEEC-F57B10BE23B5}" type="datetimeFigureOut">
              <a:rPr lang="bg-BG" smtClean="0"/>
              <a:t>14.5.2025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6986-AE88-4373-B99D-196CBDB7FAA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53740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1800" dirty="0" smtClean="0"/>
              <a:t>ДЪРЖАВЕН ИЗПИТ ЗА ПРИДОБИВАНЕ НА ТРЕТА СТЕПЕН НА ПРОФЕСИОНАЛНА КВАЛИФИКАЦИЯ – ЧАСТ ПО ТЕОРИЯ НА ПРОФЕСИЯТА</a:t>
            </a:r>
            <a:br>
              <a:rPr lang="ru-RU" sz="1800" dirty="0" smtClean="0"/>
            </a:b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smtClean="0"/>
              <a:t>по професия код 481030   „Приложен програмист“</a:t>
            </a:r>
            <a:br>
              <a:rPr lang="ru-RU" sz="1800" dirty="0" smtClean="0"/>
            </a:br>
            <a:r>
              <a:rPr lang="ru-RU" sz="1800" dirty="0" smtClean="0"/>
              <a:t>специалност код код 4810301  „Приоложно програмиране“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/>
            </a:r>
            <a:br>
              <a:rPr lang="ru-RU" dirty="0" smtClean="0"/>
            </a:b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0160" y="3602038"/>
            <a:ext cx="9387839" cy="1536019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</a:rPr>
              <a:t>Тема: Качване и конфигуриране на уеб приложение върху реален сървър</a:t>
            </a:r>
          </a:p>
          <a:p>
            <a:pPr algn="l"/>
            <a:endParaRPr lang="ru-RU" dirty="0" smtClean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45829" y="5686697"/>
            <a:ext cx="3884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 smtClean="0"/>
              <a:t>Дипломант: Георги Малинов Бистрин</a:t>
            </a:r>
            <a:endParaRPr lang="bg-BG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" y="439552"/>
            <a:ext cx="738074" cy="97252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367583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000" dirty="0"/>
              <a:t>Въведение и цел на проекта</a:t>
            </a:r>
            <a:br>
              <a:rPr lang="bg-BG" sz="2000" dirty="0"/>
            </a:br>
            <a:r>
              <a:rPr lang="bg-BG" sz="2000" dirty="0"/>
              <a:t/>
            </a:r>
            <a:br>
              <a:rPr lang="bg-BG" sz="2000" dirty="0"/>
            </a:br>
            <a:endParaRPr lang="bg-BG" sz="2000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pic>
        <p:nvPicPr>
          <p:cNvPr id="1028" name="Picture 4" descr="Recommended Server Room Temperature and Humidity | Network Wrangler – Tech  Blo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382" y="1495713"/>
            <a:ext cx="8341302" cy="4687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78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Исторически преглед и значимост на уеб технологиите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7892" y="1862609"/>
            <a:ext cx="7758544" cy="43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0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Избор и характеристика на операционна система Ubuntu Server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01091" y="1794111"/>
            <a:ext cx="7481453" cy="433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75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Уеб сървър Nginx и WSGI сървър Gunicorn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91836" y="2154504"/>
            <a:ext cx="5544251" cy="3731678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 noChangeAspect="1"/>
          </p:cNvPicPr>
          <p:nvPr>
            <p:ph sz="quarter" idx="4294967295"/>
          </p:nvPr>
        </p:nvPicPr>
        <p:blipFill>
          <a:blip r:embed="rId4"/>
          <a:stretch>
            <a:fillRect/>
          </a:stretch>
        </p:blipFill>
        <p:spPr>
          <a:xfrm>
            <a:off x="1045294" y="2154504"/>
            <a:ext cx="5027613" cy="373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7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Използване на Python и Django за създаване на приложението</a:t>
            </a:r>
            <a:br>
              <a:rPr lang="bg-BG" dirty="0"/>
            </a:br>
            <a:endParaRPr lang="bg-BG" dirty="0"/>
          </a:p>
        </p:txBody>
      </p:sp>
      <p:pic>
        <p:nvPicPr>
          <p:cNvPr id="5" name="Picture Placeholder 4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14763" y="1625599"/>
            <a:ext cx="8201891" cy="465512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594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700" dirty="0"/>
              <a:t>Система за управление на бази данни MySQL и инструмент phpMyAdmin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4404" y="1487055"/>
            <a:ext cx="9344977" cy="481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34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2700" dirty="0"/>
              <a:t>Процес на инсталация, конфигурация и деплой на приложението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8287" y="1459346"/>
            <a:ext cx="8577603" cy="443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7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Заключение и изводи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9456" y="1782618"/>
            <a:ext cx="11224326" cy="391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0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Благодаря за вниманието!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bg-BG" dirty="0" smtClean="0"/>
              <a:t>Дипломант: Георги Малинов Бистрин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30750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50</TotalTime>
  <Words>563</Words>
  <Application>Microsoft Office PowerPoint</Application>
  <PresentationFormat>Widescreen</PresentationFormat>
  <Paragraphs>30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Trebuchet MS</vt:lpstr>
      <vt:lpstr>Tw Cen MT</vt:lpstr>
      <vt:lpstr>Circuit</vt:lpstr>
      <vt:lpstr>ДЪРЖАВЕН ИЗПИТ ЗА ПРИДОБИВАНЕ НА ТРЕТА СТЕПЕН НА ПРОФЕСИОНАЛНА КВАЛИФИКАЦИЯ – ЧАСТ ПО ТЕОРИЯ НА ПРОФЕСИЯТА  по професия код 481030   „Приложен програмист“ специалност код код 4810301  „Приоложно програмиране“  </vt:lpstr>
      <vt:lpstr>Въведение и цел на проекта  </vt:lpstr>
      <vt:lpstr>Исторически преглед и значимост на уеб технологиите</vt:lpstr>
      <vt:lpstr>Избор и характеристика на операционна система Ubuntu Server</vt:lpstr>
      <vt:lpstr>Уеб сървър Nginx и WSGI сървър Gunicorn</vt:lpstr>
      <vt:lpstr>Използване на Python и Django за създаване на приложението </vt:lpstr>
      <vt:lpstr>Система за управление на бази данни MySQL и инструмент phpMyAdmin </vt:lpstr>
      <vt:lpstr>Процес на инсталация, конфигурация и деплой на приложението </vt:lpstr>
      <vt:lpstr>Заключение и изводи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2025-05-13T07:51:27Z</dcterms:created>
  <dcterms:modified xsi:type="dcterms:W3CDTF">2025-05-14T07:22:28Z</dcterms:modified>
</cp:coreProperties>
</file>